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306998"/>
                </a:solidFill>
              </a:rPr>
              <a:t>Life Cycle of a Frog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306998"/>
                </a:solidFill>
              </a:rPr>
              <a:t>Generated by MCP Auto-PPT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48940"/>
            <a:ext cx="3291840" cy="2606040"/>
          </a:xfrm>
          <a:prstGeom prst="rect">
            <a:avLst/>
          </a:prstGeom>
          <a:solidFill>
            <a:srgbClr val="EBEB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Verified Source: Egg Stage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306998"/>
                </a:solidFill>
              </a:rPr>
              <a:t>Tadpole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06998"/>
                </a:solidFill>
              </a:rPr>
              <a:t>Analysis of foundational principles related to Tadpole.</a:t>
            </a:r>
          </a:p>
          <a:p>
            <a:r>
              <a:rPr>
                <a:solidFill>
                  <a:srgbClr val="306998"/>
                </a:solidFill>
              </a:rPr>
              <a:t>Examination of key development stages and historical context.</a:t>
            </a:r>
          </a:p>
          <a:p>
            <a:r>
              <a:rPr>
                <a:solidFill>
                  <a:srgbClr val="306998"/>
                </a:solidFill>
              </a:rPr>
              <a:t>Interactive applications and practical industry examples.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48940"/>
            <a:ext cx="3291840" cy="2606040"/>
          </a:xfrm>
          <a:prstGeom prst="rect">
            <a:avLst/>
          </a:prstGeom>
          <a:solidFill>
            <a:srgbClr val="EBEB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Verified Source: Tadpole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-1165860" y="2020824"/>
            <a:ext cx="2331720" cy="822960"/>
          </a:xfrm>
          <a:prstGeom prst="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dirty="0"/>
              <a:t>Analysis of foundational principles related to Tadpole.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06140" y="2400300"/>
            <a:ext cx="2331720" cy="822960"/>
          </a:xfrm>
          <a:prstGeom prst="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dirty="0"/>
              <a:t>Examination of key development stages and historical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400300"/>
            <a:ext cx="2331720" cy="822960"/>
          </a:xfrm>
          <a:prstGeom prst="rect">
            <a:avLst/>
          </a:prstGeom>
          <a:solidFill>
            <a:srgbClr val="F0F8FF"/>
          </a:solidFill>
          <a:ln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/>
              <a:t>Interactive applications and practical industry examples.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</Words>
  <Application>Microsoft Office PowerPoint</Application>
  <PresentationFormat>On-screen Show (4:3)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Life Cycle of a Frog</vt:lpstr>
      <vt:lpstr>Tadpole Stage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GURIVI REDDY YASASWINI</cp:lastModifiedBy>
  <cp:revision>2</cp:revision>
  <dcterms:created xsi:type="dcterms:W3CDTF">2013-01-27T09:14:16Z</dcterms:created>
  <dcterms:modified xsi:type="dcterms:W3CDTF">2026-04-05T05:30:02Z</dcterms:modified>
  <cp:category/>
</cp:coreProperties>
</file>