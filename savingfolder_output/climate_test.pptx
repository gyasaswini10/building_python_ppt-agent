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DF80"/>
                </a:solidFill>
              </a:rPr>
              <a:t>The Science and Evolution of Climate Change Impacts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6496C8"/>
                </a:solidFill>
              </a:rPr>
              <a:t>Generated by MDP Auto-PPT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Origins and Taxonomy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DCE6F0"/>
                </a:solidFill>
              </a:rPr>
              <a:t>Climate change is primarily driven by the increased concentration of greenhouse gases in the Earth's atmosphere, primarily due to human activities such as the burning of fossil fuels and deforestation.</a:t>
            </a:r>
          </a:p>
          <a:p>
            <a:pPr/>
            <a:r>
              <a:rPr sz="1800">
                <a:solidFill>
                  <a:srgbClr val="DCE6F0"/>
                </a:solidFill>
              </a:rPr>
              <a:t>The main greenhouse gases responsible for climate change are carbon dioxide, methane, nitrous oxide, and fluorinated gases, which trap heat and contribute to the overall warming of the planet.</a:t>
            </a:r>
          </a:p>
          <a:p>
            <a:pPr/>
            <a:r>
              <a:rPr sz="1800">
                <a:solidFill>
                  <a:srgbClr val="DCE6F0"/>
                </a:solidFill>
              </a:rPr>
              <a:t>The Earth's climate has undergone natural variations throughout its history, but the current rate of change is unprecedented and is largely attributed to human-induced factors.</a:t>
            </a:r>
          </a:p>
          <a:p>
            <a:pPr/>
            <a:r>
              <a:rPr sz="1800">
                <a:solidFill>
                  <a:srgbClr val="DCE6F0"/>
                </a:solidFill>
              </a:rPr>
              <a:t>The taxonomy of climate change impacts includes changes in temperature, precipitation patterns, sea levels, and the frequency and intensity of extreme weather events, among other effects.</a:t>
            </a:r>
          </a:p>
          <a:p>
            <a:pPr/>
            <a:r>
              <a:rPr sz="1800">
                <a:solidFill>
                  <a:srgbClr val="DCE6F0"/>
                </a:solidFill>
              </a:rPr>
              <a:t>The origins of climate change can be traced back to the Industrial Revolution, when the large-scale use of fossil fuels for energy production and transportation began to significantly alter the Earth's atmospheric composition.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Physiological &amp; Structural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DCE6F0"/>
                </a:solidFill>
              </a:rPr>
              <a:t>Climate change can impact the physiological and structural features of plants, altering their growth, development, and survival.</a:t>
            </a:r>
          </a:p>
          <a:p>
            <a:pPr/>
            <a:r>
              <a:rPr sz="1800">
                <a:solidFill>
                  <a:srgbClr val="DCE6F0"/>
                </a:solidFill>
              </a:rPr>
              <a:t>Increased temperatures can lead to changes in photosynthetic rates, respiration, and water use efficiency in plants.</a:t>
            </a:r>
          </a:p>
          <a:p>
            <a:pPr/>
            <a:r>
              <a:rPr sz="1800">
                <a:solidFill>
                  <a:srgbClr val="DCE6F0"/>
                </a:solidFill>
              </a:rPr>
              <a:t>Shifts in precipitation patterns can affect the availability of water, leading to changes in root structure and nutrient uptake.</a:t>
            </a:r>
          </a:p>
          <a:p>
            <a:pPr/>
            <a:r>
              <a:rPr sz="1800">
                <a:solidFill>
                  <a:srgbClr val="DCE6F0"/>
                </a:solidFill>
              </a:rPr>
              <a:t>Rising atmospheric carbon dioxide levels can influence the thickness and density of plant cell walls, impacting their structural integrity.</a:t>
            </a:r>
          </a:p>
          <a:p>
            <a:pPr/>
            <a:r>
              <a:rPr sz="1800">
                <a:solidFill>
                  <a:srgbClr val="DCE6F0"/>
                </a:solidFill>
              </a:rPr>
              <a:t>Extreme weather events, such as droughts, floods, and heatwaves, can cause physical damage to plants, affecting their overall growth and productivity.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Biological Growth &amp;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DCE6F0"/>
                </a:solidFill>
              </a:rPr>
              <a:t>Climate change can alter the growth and lifecycle of many plant and animal species, affecting their reproduction and survival.</a:t>
            </a:r>
          </a:p>
          <a:p>
            <a:pPr/>
            <a:r>
              <a:rPr sz="1800">
                <a:solidFill>
                  <a:srgbClr val="DCE6F0"/>
                </a:solidFill>
              </a:rPr>
              <a:t>Warmer temperatures and changes in precipitation patterns can disrupt the timing of seasonal events like flowering, migration, and hibernation.</a:t>
            </a:r>
          </a:p>
          <a:p>
            <a:pPr/>
            <a:r>
              <a:rPr sz="1800">
                <a:solidFill>
                  <a:srgbClr val="DCE6F0"/>
                </a:solidFill>
              </a:rPr>
              <a:t>Rising temperatures and ocean acidification can negatively impact the growth and development of marine organisms like coral reefs and shellfish.</a:t>
            </a:r>
          </a:p>
          <a:p>
            <a:pPr/>
            <a:r>
              <a:rPr sz="1800">
                <a:solidFill>
                  <a:srgbClr val="DCE6F0"/>
                </a:solidFill>
              </a:rPr>
              <a:t>Invasive species may thrive in new environments due to climate change, outcompeting native species and disrupting local ecosystems.</a:t>
            </a:r>
          </a:p>
          <a:p>
            <a:pPr/>
            <a:r>
              <a:rPr sz="1800">
                <a:solidFill>
                  <a:srgbClr val="DCE6F0"/>
                </a:solidFill>
              </a:rPr>
              <a:t>Changing climate conditions can lead to the expansion or contraction of habitats, forcing species to adapt or migrate to new areas.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Ecological &amp; Environmental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DCE6F0"/>
                </a:solidFill>
              </a:rPr>
              <a:t>Climate change can disrupt the delicate balance of ecosystems, leading to the loss of biodiversity and the disruption of essential ecological processes.</a:t>
            </a:r>
          </a:p>
          <a:p>
            <a:pPr/>
            <a:r>
              <a:rPr sz="1800">
                <a:solidFill>
                  <a:srgbClr val="DCE6F0"/>
                </a:solidFill>
              </a:rPr>
              <a:t>Rising temperatures and changing precipitation patterns can alter the habitats and migration patterns of many species, threatening their survival.</a:t>
            </a:r>
          </a:p>
          <a:p>
            <a:pPr/>
            <a:r>
              <a:rPr sz="1800">
                <a:solidFill>
                  <a:srgbClr val="DCE6F0"/>
                </a:solidFill>
              </a:rPr>
              <a:t>Extreme weather events, such as hurricanes, droughts, and wildfires, can have devastating effects on natural environments, damaging or destroying fragile ecosystems.</a:t>
            </a:r>
          </a:p>
          <a:p>
            <a:pPr/>
            <a:r>
              <a:rPr sz="1800">
                <a:solidFill>
                  <a:srgbClr val="DCE6F0"/>
                </a:solidFill>
              </a:rPr>
              <a:t>Ocean acidification, caused by the absorption of excess carbon dioxide, can harm marine life and disrupt the food chain in aquatic environments.</a:t>
            </a:r>
          </a:p>
          <a:p>
            <a:pPr/>
            <a:r>
              <a:rPr sz="1800">
                <a:solidFill>
                  <a:srgbClr val="DCE6F0"/>
                </a:solidFill>
              </a:rPr>
              <a:t>Melting glaciers and sea ice can lead to the loss of critical habitats for species such as polar bears and other Arctic wildlife.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Industrial &amp; Societal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DCE6F0"/>
                </a:solidFill>
              </a:rPr>
              <a:t>Climate change has led to increased frequency and intensity of extreme weather events, causing significant disruptions to industrial operations and supply chains.</a:t>
            </a:r>
          </a:p>
          <a:p>
            <a:pPr/>
            <a:r>
              <a:rPr sz="1800">
                <a:solidFill>
                  <a:srgbClr val="DCE6F0"/>
                </a:solidFill>
              </a:rPr>
              <a:t>Rising sea levels and coastal flooding threaten critical infrastructure, such as ports, transportation networks, and energy facilities, impacting global trade and commerce.</a:t>
            </a:r>
          </a:p>
          <a:p>
            <a:pPr/>
            <a:r>
              <a:rPr sz="1800">
                <a:solidFill>
                  <a:srgbClr val="DCE6F0"/>
                </a:solidFill>
              </a:rPr>
              <a:t>Shifts in temperature and precipitation patterns are altering the availability of natural resources, forcing industries to adapt their production processes and business models.</a:t>
            </a:r>
          </a:p>
          <a:p>
            <a:pPr/>
            <a:r>
              <a:rPr sz="1800">
                <a:solidFill>
                  <a:srgbClr val="DCE6F0"/>
                </a:solidFill>
              </a:rPr>
              <a:t>Changing climate conditions are driving the migration of human populations, leading to social and economic upheaval, as well as increased strain on urban infrastructure and public services.</a:t>
            </a:r>
          </a:p>
          <a:p>
            <a:pPr/>
            <a:r>
              <a:rPr sz="1800">
                <a:solidFill>
                  <a:srgbClr val="DCE6F0"/>
                </a:solidFill>
              </a:rPr>
              <a:t>The transition to a low-carbon economy is creating new opportunities for industries to develop innovative technologies and sustainable business practices, but also poses challenges for traditional sectors.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Future Research &amp; Conservation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DCE6F0"/>
                </a:solidFill>
              </a:rPr>
              <a:t>Expand research on the effects of climate change on biodiversity and ecosystem services to inform conservation strategies.</a:t>
            </a:r>
          </a:p>
          <a:p>
            <a:pPr/>
            <a:r>
              <a:rPr sz="1800">
                <a:solidFill>
                  <a:srgbClr val="DCE6F0"/>
                </a:solidFill>
              </a:rPr>
              <a:t>Investigate innovative technologies and nature-based solutions to mitigate and adapt to the impacts of climate change.</a:t>
            </a:r>
          </a:p>
          <a:p>
            <a:pPr/>
            <a:r>
              <a:rPr sz="1800">
                <a:solidFill>
                  <a:srgbClr val="DCE6F0"/>
                </a:solidFill>
              </a:rPr>
              <a:t>Promote interdisciplinary collaboration between scientists, policymakers, and local communities to develop comprehensive climate action plans.</a:t>
            </a:r>
          </a:p>
          <a:p>
            <a:pPr/>
            <a:r>
              <a:rPr sz="1800">
                <a:solidFill>
                  <a:srgbClr val="DCE6F0"/>
                </a:solidFill>
              </a:rPr>
              <a:t>Enhance global monitoring and data-sharing systems to track the progression of climate change and its consequences.</a:t>
            </a:r>
          </a:p>
          <a:p>
            <a:pPr/>
            <a:r>
              <a:rPr sz="1800">
                <a:solidFill>
                  <a:srgbClr val="DCE6F0"/>
                </a:solidFill>
              </a:rPr>
              <a:t>Prioritize the protection and restoration of carbon-rich ecosystems, such as forests, wetlands, and mangroves, to enhance natural climate solutions.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