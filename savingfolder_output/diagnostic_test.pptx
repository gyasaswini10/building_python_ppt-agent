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Mars Exploration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MCP Auto-PPT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48940"/>
            <a:ext cx="3291840" cy="2606040"/>
          </a:xfrm>
          <a:prstGeom prst="rect">
            <a:avLst/>
          </a:prstGeom>
          <a:solidFill>
            <a:srgbClr val="EBEB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Verified Source: Introduction to Mars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foundational principles related to Introduction to Mars.</a:t>
            </a:r>
          </a:p>
          <a:p>
            <a:pPr/>
            <a:r>
              <a:t>Examination of key development stages and historical context.</a:t>
            </a:r>
          </a:p>
          <a:p>
            <a:pPr/>
            <a:r>
              <a:t>Summary of modern perspectives and future research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48940"/>
            <a:ext cx="3291840" cy="2606040"/>
          </a:xfrm>
          <a:prstGeom prst="rect">
            <a:avLst/>
          </a:prstGeom>
          <a:solidFill>
            <a:srgbClr val="EBEB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Verified Source: Mars Rover Missions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Mars Rover 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foundational principles and historical development of Mars Rover Missions.</a:t>
            </a:r>
          </a:p>
          <a:p>
            <a:pPr/>
            <a:r>
              <a:t>Examination of key stages and practical examples in the mission development process.</a:t>
            </a:r>
          </a:p>
          <a:p>
            <a:pPr/>
            <a:r>
              <a:t>Summary of modern perspectives and future research directions in Mars exploration.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48940"/>
            <a:ext cx="3291840" cy="2606040"/>
          </a:xfrm>
          <a:prstGeom prst="rect">
            <a:avLst/>
          </a:prstGeom>
          <a:solidFill>
            <a:srgbClr val="EBEBEB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Verified Source: Future of Mars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Mars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foundational principles and historical context related to Future of Mars Exploration.</a:t>
            </a:r>
          </a:p>
          <a:p>
            <a:pPr/>
            <a:r>
              <a:t>Examination of key development stages and interactive applications in Mars exploration.</a:t>
            </a:r>
          </a:p>
          <a:p>
            <a:pPr/>
            <a:r>
              <a:t>Summary of modern perspectives, future research directions, and critical takeaways for learners.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