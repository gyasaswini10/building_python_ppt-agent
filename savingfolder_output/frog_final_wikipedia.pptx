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MCP Auto-PPT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Introduction to Frogs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Frogs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foundational principles related to Introduction to Frogs.</a:t>
            </a:r>
          </a:p>
          <a:p>
            <a:pPr/>
            <a:r>
              <a:t>Examination of key development stages and historical context.</a:t>
            </a:r>
          </a:p>
          <a:p>
            <a:pPr/>
            <a:r>
              <a:t>Summary of modern perspectives and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Egg Stage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Egg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foundational principles related to Egg Stage.</a:t>
            </a:r>
          </a:p>
          <a:p>
            <a:pPr/>
            <a:r>
              <a:t>Examination of key development stages and historical context.</a:t>
            </a:r>
          </a:p>
          <a:p>
            <a:pPr/>
            <a:r>
              <a:t>Summary of modern perspectives and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Tadpole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Tadpole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foundational principles related to Tadpole Stage.</a:t>
            </a:r>
          </a:p>
          <a:p>
            <a:pPr/>
            <a:r>
              <a:t>Examination of key development stages and historical context.</a:t>
            </a:r>
          </a:p>
          <a:p>
            <a:pPr/>
            <a:r>
              <a:t>Summary of modern perspectives and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Larval 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Larval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foundational principles and key development stages of Larval Transformation.</a:t>
            </a:r>
          </a:p>
          <a:p>
            <a:pPr/>
            <a:r>
              <a:t>Examination of historical context and interactive applications in the field.</a:t>
            </a:r>
          </a:p>
          <a:p>
            <a:pPr/>
            <a:r>
              <a:t>Summary of modern perspectives and future research directions for Larval Transformation.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Juvenile Frog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Juvenile Frog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foundational principles related to Juvenile Frog.</a:t>
            </a:r>
          </a:p>
          <a:p>
            <a:pPr/>
            <a:r>
              <a:t>Examination of key development stages and historical context.</a:t>
            </a:r>
          </a:p>
          <a:p>
            <a:pPr/>
            <a:r>
              <a:t>Summary of modern perspectives and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Adult Frog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Adult Frog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foundational principles related to Adult Frog.</a:t>
            </a:r>
          </a:p>
          <a:p>
            <a:pPr/>
            <a:r>
              <a:t>Examination of key development stages and historical context.</a:t>
            </a:r>
          </a:p>
          <a:p>
            <a:pPr/>
            <a:r>
              <a:t>Summary of modern perspectives and future research directions.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