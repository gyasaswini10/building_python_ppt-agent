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DF80"/>
                </a:solidFill>
              </a:rPr>
              <a:t>Mastery of the History and Evolution of \Books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496C8"/>
                </a:solidFill>
              </a:rPr>
              <a:t>Generated by MDP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Introduction &amp; Origins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dive into the History and Evolution of \Books history.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milestones and impacts.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Social and economic significance of the History and Evolution of \Books.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industry standards and trends.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outlook and scientific projections.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Technological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dive into the History and Evolution of \Books history.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milestones and impacts.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Social and economic significance of the History and Evolution of \Books.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industry standards and trends.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outlook and scientific projections.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Current Global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dive into the History and Evolution of \Books history.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milestones and impacts.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Social and economic significance of the History and Evolution of \Books.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industry standards and trends.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outlook and scientific projections.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Case Studies &amp;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dive into the History and Evolution of \Books history.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milestones and impacts.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Social and economic significance of the History and Evolution of \Books.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industry standards and trends.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outlook and scientific projections.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Innovation &amp;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dive into the History and Evolution of \Books history.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milestones and impacts.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Social and economic significance of the History and Evolution of \Books.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industry standards and trends.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outlook and scientific projections.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Future Trends &amp;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dive into the History and Evolution of \Books history.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milestones and impacts.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Social and economic significance of the History and Evolution of \Books.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industry standards and trends.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outlook and scientific projections.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