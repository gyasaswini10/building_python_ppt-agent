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and Evolution of tomato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“Origins and Taxonomy” applies to Tomato: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Tomato that best illustrate “Origins and Taxonomy”.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Tomato with a related product or species; note one similarity and one difference.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Cite one challenge and one opportunity for Tomato under the theme “Origins and Taxonomy”.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treatise or book on anatomy.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“Physiological &amp; Structural Features” applies to Tomato: use one concrete example from industry or nature.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“Biological Growth &amp; Lifecycle” applies to Tomato: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Tomato that best illustrate “Biological Growth &amp; Lifecycle”.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Tomato with a related product or species; note one similarity and one difference.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Cite one challenge and one opportunity for Tomato under the theme “Biological Growth &amp; Lifecycle”.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“Ecological &amp; Environmental Roles” applies to Tomato: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Tomato that best illustrate “Ecological &amp; Environmental Roles”.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Tomato with a related product or species; note one similarity and one difference.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Cite one challenge and one opportunity for Tomato under the theme “Ecological &amp; Environmental Roles”.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The system of production and distribution and consumption. The overall measure of a currency system; as the national economy.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“Industrial &amp; Societal Impact” applies to Tomato: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Tomato that best illustrate “Industrial &amp; Societal Impact”.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Tomato with a related product or species; note one similarity and one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Research &amp; Conservation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Lack of change in a measurable property of an isolated physical system (conservation of energy, mass, momentum, electric charge, subatomic particles, and fundamental symmetries).</a:t>
            </a:r>
          </a:p>
          <a:p>
            <a:pPr/>
            <a:r>
              <a:rPr sz="1800">
                <a:solidFill>
                  <a:srgbClr val="DCE6F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DCE6F0"/>
                </a:solidFill>
              </a:rPr>
              <a:t>Summarize how “Future Research &amp; Conservation Directions” applies to Tomato: use one concrete example from industry or nature.</a:t>
            </a:r>
          </a:p>
          <a:p>
            <a:pPr/>
            <a:r>
              <a:rPr sz="1800">
                <a:solidFill>
                  <a:srgbClr val="DCE6F0"/>
                </a:solidFill>
              </a:rPr>
              <a:t>List two measurable traits or stages of Tomato that best illustrate “Future Research &amp; Conservation Directions”.</a:t>
            </a:r>
          </a:p>
          <a:p>
            <a:pPr/>
            <a:r>
              <a:rPr sz="1800">
                <a:solidFill>
                  <a:srgbClr val="DCE6F0"/>
                </a:solidFill>
              </a:rPr>
              <a:t>Compare Tomato with a related product or species; note one similarity and one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