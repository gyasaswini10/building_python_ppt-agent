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MCP Auto-PPT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Introduction to Mars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foundational principles related to Introduction to Mars.</a:t>
            </a:r>
          </a:p>
          <a:p>
            <a:pPr/>
            <a:r>
              <a:t>Examination of key development stages and historical context.</a:t>
            </a:r>
          </a:p>
          <a:p>
            <a:pPr/>
            <a:r>
              <a:t>Summary of modern perspectives and future research directions.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