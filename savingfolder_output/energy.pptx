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Science and Evolution of renewable energy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Origins and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 thing that is renewable; especially, a renewable source of energy.</a:t>
            </a:r>
          </a:p>
          <a:p>
            <a:pPr/>
            <a:r>
              <a:rPr sz="1800">
                <a:solidFill>
                  <a:srgbClr val="DCE6F0"/>
                </a:solidFill>
              </a:rPr>
              <a:t>A renewable resource.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“Origins and Taxonomy” applies to Renewable Energy: use one concrete example from industry or nature.</a:t>
            </a:r>
          </a:p>
          <a:p>
            <a:pPr/>
            <a:r>
              <a:rPr sz="1800">
                <a:solidFill>
                  <a:srgbClr val="DCE6F0"/>
                </a:solidFill>
              </a:rPr>
              <a:t>List two measurable traits or stages of Renewable Energy that best illustrate “Origins and Taxonomy”.</a:t>
            </a:r>
          </a:p>
          <a:p>
            <a:pPr/>
            <a:r>
              <a:rPr sz="1800">
                <a:solidFill>
                  <a:srgbClr val="DCE6F0"/>
                </a:solidFill>
              </a:rPr>
              <a:t>Compare Renewable Energy with a related product or species; note one similarity and one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&amp; Structural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 thing that is renewable; especially, a renewable source of energy.</a:t>
            </a:r>
          </a:p>
          <a:p>
            <a:pPr/>
            <a:r>
              <a:rPr sz="1800">
                <a:solidFill>
                  <a:srgbClr val="DCE6F0"/>
                </a:solidFill>
              </a:rPr>
              <a:t>A renewable resource.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“Physiological &amp; Structural Features” applies to Renewable Energy: use one concrete example from industry or nature.</a:t>
            </a:r>
          </a:p>
          <a:p>
            <a:pPr/>
            <a:r>
              <a:rPr sz="1800">
                <a:solidFill>
                  <a:srgbClr val="DCE6F0"/>
                </a:solidFill>
              </a:rPr>
              <a:t>List two measurable traits or stages of Renewable Energy that best illustrate “Physiological &amp; Structural Features”.</a:t>
            </a:r>
          </a:p>
          <a:p>
            <a:pPr/>
            <a:r>
              <a:rPr sz="1800">
                <a:solidFill>
                  <a:srgbClr val="DCE6F0"/>
                </a:solidFill>
              </a:rPr>
              <a:t>Compare Renewable Energy with a related product or species; note one similarity and one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Growth &amp;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 thing that is renewable; especially, a renewable source of energy.</a:t>
            </a:r>
          </a:p>
          <a:p>
            <a:pPr/>
            <a:r>
              <a:rPr sz="1800">
                <a:solidFill>
                  <a:srgbClr val="DCE6F0"/>
                </a:solidFill>
              </a:rPr>
              <a:t>A renewable resource.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“Biological Growth &amp; Lifecycle” applies to Renewable Energy: use one concrete example from industry or nature.</a:t>
            </a:r>
          </a:p>
          <a:p>
            <a:pPr/>
            <a:r>
              <a:rPr sz="1800">
                <a:solidFill>
                  <a:srgbClr val="DCE6F0"/>
                </a:solidFill>
              </a:rPr>
              <a:t>List two measurable traits or stages of Renewable Energy that best illustrate “Biological Growth &amp; Lifecycle”.</a:t>
            </a:r>
          </a:p>
          <a:p>
            <a:pPr/>
            <a:r>
              <a:rPr sz="1800">
                <a:solidFill>
                  <a:srgbClr val="DCE6F0"/>
                </a:solidFill>
              </a:rPr>
              <a:t>Compare Renewable Energy with a related product or species; note one similarity and one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Ecological &amp; Environmental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 thing that is renewable; especially, a renewable source of energy.</a:t>
            </a:r>
          </a:p>
          <a:p>
            <a:pPr/>
            <a:r>
              <a:rPr sz="1800">
                <a:solidFill>
                  <a:srgbClr val="DCE6F0"/>
                </a:solidFill>
              </a:rPr>
              <a:t>A renewable resource.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“Ecological &amp; Environmental Roles” applies to Renewable Energy: use one concrete example from industry or nature.</a:t>
            </a:r>
          </a:p>
          <a:p>
            <a:pPr/>
            <a:r>
              <a:rPr sz="1800">
                <a:solidFill>
                  <a:srgbClr val="DCE6F0"/>
                </a:solidFill>
              </a:rPr>
              <a:t>List two measurable traits or stages of Renewable Energy that best illustrate “Ecological &amp; Environmental Roles”.</a:t>
            </a:r>
          </a:p>
          <a:p>
            <a:pPr/>
            <a:r>
              <a:rPr sz="1800">
                <a:solidFill>
                  <a:srgbClr val="DCE6F0"/>
                </a:solidFill>
              </a:rPr>
              <a:t>Compare Renewable Energy with a related product or species; note one similarity and one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Industrial &amp;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 thing that is renewable; especially, a renewable source of energy.</a:t>
            </a:r>
          </a:p>
          <a:p>
            <a:pPr/>
            <a:r>
              <a:rPr sz="1800">
                <a:solidFill>
                  <a:srgbClr val="DCE6F0"/>
                </a:solidFill>
              </a:rPr>
              <a:t>A renewable resource.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“Industrial &amp; Societal Impact” applies to Renewable Energy: use one concrete example from industry or nature.</a:t>
            </a:r>
          </a:p>
          <a:p>
            <a:pPr/>
            <a:r>
              <a:rPr sz="1800">
                <a:solidFill>
                  <a:srgbClr val="DCE6F0"/>
                </a:solidFill>
              </a:rPr>
              <a:t>List two measurable traits or stages of Renewable Energy that best illustrate “Industrial &amp; Societal Impact”.</a:t>
            </a:r>
          </a:p>
          <a:p>
            <a:pPr/>
            <a:r>
              <a:rPr sz="1800">
                <a:solidFill>
                  <a:srgbClr val="DCE6F0"/>
                </a:solidFill>
              </a:rPr>
              <a:t>Compare Renewable Energy with a related product or species; note one similarity and one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Research &amp; Conservation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 thing that is renewable; especially, a renewable source of energy.</a:t>
            </a:r>
          </a:p>
          <a:p>
            <a:pPr/>
            <a:r>
              <a:rPr sz="1800">
                <a:solidFill>
                  <a:srgbClr val="DCE6F0"/>
                </a:solidFill>
              </a:rPr>
              <a:t>A renewable resource.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“Future Research &amp; Conservation Directions” applies to Renewable Energy: use one concrete example from industry or nature.</a:t>
            </a:r>
          </a:p>
          <a:p>
            <a:pPr/>
            <a:r>
              <a:rPr sz="1800">
                <a:solidFill>
                  <a:srgbClr val="DCE6F0"/>
                </a:solidFill>
              </a:rPr>
              <a:t>List two measurable traits or stages of Renewable Energy that best illustrate “Future Research &amp; Conservation Directions”.</a:t>
            </a:r>
          </a:p>
          <a:p>
            <a:pPr/>
            <a:r>
              <a:rPr sz="1800">
                <a:solidFill>
                  <a:srgbClr val="DCE6F0"/>
                </a:solidFill>
              </a:rPr>
              <a:t>Compare Renewable Energy with a related product or species; note one similarity and one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