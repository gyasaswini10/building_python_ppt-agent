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ctrTitle"/>
          </p:nvPr>
        </p:nvSpPr>
        <p:spPr/>
        <p:txBody>
          <a:bodyPr/>
          <a:lstStyle/>
          <a:p>
            <a:r>
              <a:rPr sz="4400" b="1">
                <a:solidFill>
                  <a:srgbClr val="4CAF50"/>
                </a:solidFill>
              </a:rPr>
              <a:t>Professional Presentation on Google</a:t>
            </a:r>
          </a:p>
        </p:txBody>
      </p:sp>
      <p:sp>
        <p:nvSpPr>
          <p:cNvPr id="3" name="Subtitle 2"/>
          <p:cNvSpPr>
            <a:spLocks noGrp="1"/>
          </p:cNvSpPr>
          <p:nvPr>
            <p:ph type="subTitle" idx="1"/>
          </p:nvPr>
        </p:nvSpPr>
        <p:spPr/>
        <p:txBody>
          <a:bodyPr/>
          <a:lstStyle/>
          <a:p>
            <a:r>
              <a:rPr sz="1800">
                <a:solidFill>
                  <a:srgbClr val="4CAF50"/>
                </a:solidFill>
              </a:rPr>
              <a:t>Generated by Autonomous Agent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Introduction to Google</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4CAF50"/>
                </a:solidFill>
              </a:rPr>
              <a:t>As of 2021, Google processes over 5.4 billion searches per day, accounting for approximately two-thirds of the global search market share. (Statista, 2021)</a:t>
            </a:r>
          </a:p>
          <a:p>
            <a:pPr/>
            <a:r>
              <a:rPr sz="1800">
                <a:solidFill>
                  <a:srgbClr val="4CAF50"/>
                </a:solidFill>
              </a:rPr>
              <a:t>Google was founded in September 1998 by Larry Page and Sergey Brin while they were Ph.D. students at Stanford University. (Google, 2021)</a:t>
            </a:r>
          </a:p>
          <a:p>
            <a:pPr/>
            <a:r>
              <a:rPr sz="1800">
                <a:solidFill>
                  <a:srgbClr val="4CAF50"/>
                </a:solidFill>
              </a:rPr>
              <a:t>Google's initial public offering (IPO) took place on August 19, 2004, with an initial stock price of $85 per share. (Google, 2021)</a:t>
            </a:r>
          </a:p>
          <a:p>
            <a:pPr/>
            <a:r>
              <a:rPr sz="1800">
                <a:solidFill>
                  <a:srgbClr val="4CAF50"/>
                </a:solidFill>
              </a:rPr>
              <a:t>Google's search engine uses a proprietary algorithm called PageRank, which ranks web pages based on their relevance and importance. (Google, 2021)</a:t>
            </a:r>
          </a:p>
          <a:p>
            <a:pPr/>
            <a:r>
              <a:rPr sz="1800">
                <a:solidFill>
                  <a:srgbClr val="4CAF50"/>
                </a:solidFill>
              </a:rPr>
              <a:t>Google's suite of products includes Google Search, Google Maps, Google Drive, Google Docs, Google Calendar, and YouTube, among others. (Google, 2021)</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Conclusion: Google</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4CAF50"/>
                </a:solidFill>
              </a:rPr>
              <a:t>As of 2021, Google processes over 5.4 billion searches per day, accounting for approximately two-thirds of the global search market share. (Statista, 2021)</a:t>
            </a:r>
          </a:p>
          <a:p>
            <a:pPr/>
            <a:r>
              <a:rPr sz="1800">
                <a:solidFill>
                  <a:srgbClr val="4CAF50"/>
                </a:solidFill>
              </a:rPr>
              <a:t>Google's parent company, Alphabet Inc., reported a total revenue of $182.5 billion in 2020, with Google Search and Other sites generating $111.1 billion, or 61% of the total revenue. (Alphabet Inc. 2020 Annual Report)</a:t>
            </a:r>
          </a:p>
          <a:p>
            <a:pPr/>
            <a:r>
              <a:rPr sz="1800">
                <a:solidFill>
                  <a:srgbClr val="4CAF50"/>
                </a:solidFill>
              </a:rPr>
              <a:t>Google's market dominance is reflected in its search engine's usage share, which, according to StatCounter, reached 92.66% in March 2021 for desktop devices and 95.36% for mobile devices.</a:t>
            </a:r>
          </a:p>
          <a:p>
            <a:pPr/>
            <a:r>
              <a:rPr sz="1800">
                <a:solidFill>
                  <a:srgbClr val="4CAF50"/>
                </a:solidFill>
              </a:rPr>
              <a:t>Google's search engine uses over 200 factors to rank websites in its search engine results, with keywords remaining a significant factor, but other elements like site structure, backlinks, and user experience also playing crucial roles. (Google, 2021)</a:t>
            </a:r>
          </a:p>
          <a:p>
            <a:pPr/>
            <a:r>
              <a:rPr sz="1800">
                <a:solidFill>
                  <a:srgbClr val="4CAF50"/>
                </a:solidFill>
              </a:rPr>
              <a:t>Google's artificial intelligence (AI) capabilities are demonstrated through its various products, such as Google Assistant, which processes over 15 billion queries per month, and Google Translate, which supports over 100 languages. (Google, 2021)</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