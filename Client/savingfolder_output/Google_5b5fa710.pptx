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Google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Google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As of 2021, Google processes over 5.4 billion searches per day, accounting for approximately two-thirds of the global search market share. (Statista,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 was founded by Larry Page and Sergey Brin in September 1998, initially as a research project at Stanford University.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primary revenue source comes from its advertising business, specifically through its AdWords and AdSense platforms, which generated $182.5 billion in revenue in 2020.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search engine uses a proprietary algorithm, known as PageRank, to rank websites in search results based on their relevance and importance.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suite of products includes Google Maps, Google Drive, Google Docs, Google Calendar, and YouTube, among others, which collectively attract billions of monthly active users. (Google, 2021)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Google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As of 2021, Google processes over 5.4 billion searches per day, accounting for approximately two-thirds of the global search market share. (Statista,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 was founded by Larry Page and Sergey Brin in September 1998, initially as a research project at Stanford University.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primary revenue source comes from its advertising business, specifically through its AdWords and AdSense platforms, which generated $182.5 billion in revenue in 2020.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search engine uses a proprietary algorithm, known as PageRank, to rank websites in search results based on their relevance and importance.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suite of products includes Google Maps, Google Drive, Google Docs, Google Calendar, and YouTube, among others, which collectively attract billions of monthly active users. (Google, 2021)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Google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As of 2021, Google processes over 5.4 billion searches per day, accounting for approximately two-thirds of the global search market share. (Statista,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parent company, Alphabet Inc., reported a total revenue of $182.5 billion in 2020, with Google Search and Other sites generating approximately $111.1 billion. (Alphabet Inc. 2020 Annual Report)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market dominance is reflected in its search engine's average monthly mobile user base, which reached 1.3 billion in 2020, up from 1.1 billion in 2019. (Statista,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search algorithm, known as PageRank, uses a link analysis method to rank web pages based on their relevance and importance, with the highest-ranked pages appearing at the top of search results. (Google, 1998)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suite of services includes Google Maps, Google Drive, Google Docs, and Google Ads, among others, which collectively serve billions of users worldwide. (Google, 2021)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Google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As of 2021, Google processes over 5.4 billion searches per day, accounting for approximately two-thirds of the global search market share. (Statista,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parent company, Alphabet Inc., reported a total revenue of $182.5 billion in 2020, with Google Search and Other sites generating $111.1 billion, or 61% of the total. (Alphabet Inc. 2020 Annual Report)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market dominance is reflected in its search engine's usage share, which, according to StatCounter, reached 92.65% in March 2021 for desktop and 95.32% for mobile.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search algorithm, known as PageRank, uses a link analysis method to rank web pages based on their relevance and importance. This algorithm has been a cornerstone of Google's success since its inception in 1998. (Google, 1998)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suite of services, including Google Maps, Google Drive, Google Docs, and Google Calendar, has over 1.5 billion active users as of 2021. (Statista, 2021)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