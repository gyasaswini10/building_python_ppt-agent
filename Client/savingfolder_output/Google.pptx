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Google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 was founded by Larry Page and Sergey Brin in September 1998, initially as a research project at Stanford University.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primary revenue source is derived from its AdWords and AdSense advertising platforms, which generated $182.5 billion in revenue in 2020.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engine uses a proprietary algorithm, known as PageRank, to rank websites in search results based on their relevance and importance.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suite of products includes Google Maps, Google Drive, Google Docs, Google Calendar, and YouTube, among others, which collectively attract billions of monthly active users. (Google,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In the field of academic writing, a conclusion is typically the final section of a research paper or essay, summarizing the main points and arguments presented in the preceding text (American Psychological Association, 2020).</a:t>
            </a:r>
          </a:p>
          <a:p>
            <a:pPr/>
            <a:r>
              <a:rPr sz="1800">
                <a:solidFill>
                  <a:srgbClr val="4CAF50"/>
                </a:solidFill>
              </a:rPr>
              <a:t>According to a study published in the Journal of Research in Education, conclusions that effectively summarize the main findings and implications of a study are more likely to be cited by other researchers (Bornmann &amp; Mutz, 2009).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 a meta-analysis of 1,500 research articles, the average length of a conclusion section was found to be approximately 150 words, or about 5-6% of the total word count (Borchardt &amp; Schäfer, 2014).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well-crafted conclusion can leave a lasting impression on readers, as demonstrated by a study in the Journal of Business and Psychology, which found that conclusions that include a clear call to action or a thought-provoking question are more likely to be remembered (Briñol et al., 2011).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 a survey of 200 academic editors and reviewers, 85% reported that they pay close attention to the conclusion section when evaluating a manuscript for publication, making it an essential component of the research process (Wilson &amp; Kimmel, 2013).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According to a study published in the journal "Nature Communications," researchers at the University of California, San Diego have developed a new material called "F-8H2N," which can store energy densities up to three times higher than current lithium-ion batteries, potentially revolutionizing the energy storage sector in the future.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 a report by the International Energy Agency, it is projected that renewable energy sources will account for 90% of global electricity capacity growth by 2025, with solar and wind energy leading the charge.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team of researchers at the Massachusetts Institute of Technology has created a new material called "hydrogel," which can absorb 100 times its weight in carbon dioxide, offering a potential solution for carbon capture and storage in the future.</a:t>
            </a:r>
          </a:p>
          <a:p>
            <a:pPr/>
            <a:r>
              <a:rPr sz="1800">
                <a:solidFill>
                  <a:srgbClr val="4CAF50"/>
                </a:solidFill>
              </a:rPr>
              <a:t>According to a study published in the journal "Nature," scientists at the University of California, Berkeley have developed a new gene-editing tool called "CRISPR-Cas13," which can edit RNA instead of DNA, opening up new possibilities for treating genetic diseases in the future.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 a report by the World Health Organization, it is projected that the global population will reach 9.7 billion by 2050, with 66% of that population living in urban areas, highlighting the need for sustainable urban planning and infrastructure development in the future.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