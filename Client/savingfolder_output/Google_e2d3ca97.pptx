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Google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Google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As of 2021, Google processes over 5.4 billion searches per day, accounting for approximately two-thirds of the global search market share. (Statista,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 was founded by Larry Page and Sergey Brin in September 1998, initially as a research project at Stanford University.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primary revenue source is derived from its AdWords and AdSense advertising platforms, which generated $182.5 billion in revenue in 2020.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search engine uses a proprietary algorithm, known as PageRank, to rank websites in search results based on their relevance and importance. (Google, 2021)</a:t>
            </a:r>
          </a:p>
          <a:p>
            <a:pPr/>
            <a:r>
              <a:rPr sz="1800">
                <a:solidFill>
                  <a:srgbClr val="4CAF50"/>
                </a:solidFill>
              </a:rPr>
              <a:t>Google's suite of products includes Google Maps, Google Drive, Google Docs, Google Calendar, and YouTube, among others, which collectively attract billions of monthly active users. (Google, 2021)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