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 snapToObjects="1">
      <p:cViewPr>
        <p:scale>
          <a:sx n="93" d="100"/>
          <a:sy n="93" d="100"/>
        </p:scale>
        <p:origin x="965" y="-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Tomato: Nature's Red Wonder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sz="3000" b="1">
                <a:solidFill>
                  <a:srgbClr val="E53935"/>
                </a:solidFill>
              </a:rPr>
              <a:t>Introduction to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E53935"/>
                </a:solidFill>
              </a:rPr>
              <a:t>Scientific name: Solanum lycopersicum</a:t>
            </a:r>
          </a:p>
          <a:p>
            <a:r>
              <a:rPr sz="1800">
                <a:solidFill>
                  <a:srgbClr val="E53935"/>
                </a:solidFill>
              </a:rPr>
              <a:t>Native to western South America; domesticated by Aztecs</a:t>
            </a:r>
          </a:p>
          <a:p>
            <a:r>
              <a:rPr sz="1800">
                <a:solidFill>
                  <a:srgbClr val="E53935"/>
                </a:solidFill>
              </a:rPr>
              <a:t>Botanically a fruit, but widely used as a vegetable in cooking</a:t>
            </a:r>
          </a:p>
          <a:p>
            <a:r>
              <a:rPr sz="1800">
                <a:solidFill>
                  <a:srgbClr val="E53935"/>
                </a:solidFill>
              </a:rPr>
              <a:t>One of the world's most popular and widely grown crops</a:t>
            </a:r>
          </a:p>
          <a:p>
            <a:r>
              <a:rPr sz="1800">
                <a:solidFill>
                  <a:srgbClr val="E53935"/>
                </a:solidFill>
              </a:rPr>
              <a:t>Belongs to the nightshade family (Solanaceae)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sz="3000" b="1">
                <a:solidFill>
                  <a:srgbClr val="43A047"/>
                </a:solidFill>
              </a:rPr>
              <a:t>Nutritional Value &amp; Health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43A047"/>
                </a:solidFill>
              </a:rPr>
              <a:t>Rich in Vitamin C, Vitamin K, potassium, and folate</a:t>
            </a:r>
          </a:p>
          <a:p>
            <a:r>
              <a:rPr sz="1800">
                <a:solidFill>
                  <a:srgbClr val="43A047"/>
                </a:solidFill>
              </a:rPr>
              <a:t>Contains lycopene — a powerful antioxidant that reduces cancer risk</a:t>
            </a:r>
          </a:p>
          <a:p>
            <a:r>
              <a:rPr sz="1800">
                <a:solidFill>
                  <a:srgbClr val="43A047"/>
                </a:solidFill>
              </a:rPr>
              <a:t>Supports heart health by lowering LDL cholesterol</a:t>
            </a:r>
          </a:p>
          <a:p>
            <a:r>
              <a:rPr sz="1800">
                <a:solidFill>
                  <a:srgbClr val="43A047"/>
                </a:solidFill>
              </a:rPr>
              <a:t>Low in calories: ~18 kcal per 100g, great for weight management</a:t>
            </a:r>
          </a:p>
          <a:p>
            <a:r>
              <a:rPr sz="1800">
                <a:solidFill>
                  <a:srgbClr val="43A047"/>
                </a:solidFill>
              </a:rPr>
              <a:t>High water content (95%) keeps the body hydrated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sz="3000" b="1">
                <a:solidFill>
                  <a:srgbClr val="FB8C00"/>
                </a:solidFill>
              </a:rPr>
              <a:t>Cultivation &amp; Major Varieties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FB8C00"/>
                </a:solidFill>
              </a:rPr>
              <a:t>Grows best in warm climates with temperatures 20–27°C</a:t>
            </a:r>
          </a:p>
          <a:p>
            <a:r>
              <a:rPr sz="1800">
                <a:solidFill>
                  <a:srgbClr val="FB8C00"/>
                </a:solidFill>
              </a:rPr>
              <a:t>Requires well-drained, slightly acidic soil (pH 6.0–6.8)</a:t>
            </a:r>
          </a:p>
          <a:p>
            <a:r>
              <a:rPr sz="1800">
                <a:solidFill>
                  <a:srgbClr val="FB8C00"/>
                </a:solidFill>
              </a:rPr>
              <a:t>Common varieties: Cherry, Roma, Beefsteak, Heirloom, Grape</a:t>
            </a:r>
          </a:p>
          <a:p>
            <a:r>
              <a:rPr sz="1800">
                <a:solidFill>
                  <a:srgbClr val="FB8C00"/>
                </a:solidFill>
              </a:rPr>
              <a:t>China is the world’s largest tomato producer (&gt;60 million tonnes/year)</a:t>
            </a:r>
          </a:p>
          <a:p>
            <a:r>
              <a:rPr sz="1800">
                <a:solidFill>
                  <a:srgbClr val="FB8C00"/>
                </a:solidFill>
              </a:rPr>
              <a:t>Grown in greenhouses, open fields, and even home gardens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sz="3000" b="1">
                <a:solidFill>
                  <a:srgbClr val="C62828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C62828"/>
                </a:solidFill>
              </a:rPr>
              <a:t>Tomato is one of the most versatile and nutritionally rich fruits in the world</a:t>
            </a:r>
          </a:p>
          <a:p>
            <a:r>
              <a:rPr sz="1800">
                <a:solidFill>
                  <a:srgbClr val="C62828"/>
                </a:solidFill>
              </a:rPr>
              <a:t>From its South American origins, it has become a global culinary staple</a:t>
            </a:r>
          </a:p>
          <a:p>
            <a:r>
              <a:rPr sz="1800">
                <a:solidFill>
                  <a:srgbClr val="C62828"/>
                </a:solidFill>
              </a:rPr>
              <a:t>Rich in lycopene, vitamins, and antioxidants — a true superfood</a:t>
            </a:r>
          </a:p>
          <a:p>
            <a:r>
              <a:rPr sz="1800">
                <a:solidFill>
                  <a:srgbClr val="C62828"/>
                </a:solidFill>
              </a:rPr>
              <a:t>Plays a vital economic role with a global market worth over $200 billion</a:t>
            </a:r>
          </a:p>
          <a:p>
            <a:r>
              <a:rPr sz="1800">
                <a:solidFill>
                  <a:srgbClr val="C62828"/>
                </a:solidFill>
              </a:rPr>
              <a:t>Whether fresh, cooked, or processed — the tomato remains irreplaceable in our daily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🍅 "A world without tomatoes is like a string quartet without violins." — Laurie Colwin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263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Tomato: Nature's Red Wonder</vt:lpstr>
      <vt:lpstr>Introduction to Tomato</vt:lpstr>
      <vt:lpstr>Nutritional Value &amp; Health Benefits</vt:lpstr>
      <vt:lpstr>Cultivation &amp; Major Varieties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GURIVI REDDY YASASWINI</dc:creator>
  <cp:keywords/>
  <dc:description>generated using python-pptx</dc:description>
  <cp:lastModifiedBy>GURIVI REDDY YASASWINI</cp:lastModifiedBy>
  <cp:revision>2</cp:revision>
  <dcterms:created xsi:type="dcterms:W3CDTF">2013-01-27T09:14:16Z</dcterms:created>
  <dcterms:modified xsi:type="dcterms:W3CDTF">2026-04-06T08:16:10Z</dcterms:modified>
  <cp:category/>
</cp:coreProperties>
</file>